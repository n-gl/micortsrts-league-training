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Default Extension="jpg" ContentType="image/jpeg"/>
  <Default Extension="png" ContentType="image/png"/>
  <Default Extension="mp4" ContentType="video/mp4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1.jp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2.jpg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3.jpg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4.jpg" /><ns0:Relationship Id="rId3" Type="http://schemas.openxmlformats.org/officeDocument/2006/relationships/video" Target="../media/video-slide4.mp4" /><ns0:Relationship Id="rId4" Type="http://schemas.microsoft.com/office/2007/relationships/media" Target="../media/video-slide4.mp4" /><ns0:Relationship Id="rId5" Type="http://schemas.openxmlformats.org/officeDocument/2006/relationships/image" Target="../media/poster-slide4.png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5.jpg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6.jp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7.jpg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8.jpg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9.jpg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10.jpg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11.jpg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12.jpg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13.jpg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14.jpg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15.jpg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16.jpg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17.jpg" /></ns0: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18.jpg" /><ns0:Relationship Id="rId3" Type="http://schemas.openxmlformats.org/officeDocument/2006/relationships/video" Target="../media/video-slide18.mp4" /><ns0:Relationship Id="rId4" Type="http://schemas.microsoft.com/office/2007/relationships/media" Target="../media/video-slide18.mp4" /><ns0:Relationship Id="rId5" Type="http://schemas.openxmlformats.org/officeDocument/2006/relationships/image" Target="../media/poster-slide18.png" /></ns0: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19.jpg" /></ns0:Relationships>
</file>

<file path=ppt/slides/_rels/slide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20.jpg" /></ns0:Relationships>
</file>

<file path=ppt/slides/_rels/slide2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21.jpg" /></ns0: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22.jpg" /></ns0:Relationships>
</file>

<file path=ppt/slides/_rels/slide2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bg-slide23.jp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68582" y="827579"/>
            <a:ext cx="3738160" cy="3730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8830" y="1228466"/>
            <a:ext cx="7546341" cy="27323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2026-04-09T14:33:33Z</dcterms:created>
  <dcterms:modified xsi:type="dcterms:W3CDTF">2026-04-09T14:33:33Z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